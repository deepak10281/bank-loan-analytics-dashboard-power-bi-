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inTrust Logo">
            <a:extLst>
              <a:ext uri="{FF2B5EF4-FFF2-40B4-BE49-F238E27FC236}">
                <a16:creationId xmlns:a16="http://schemas.microsoft.com/office/drawing/2014/main" id="{24B80D2F-19DD-7350-9C0F-6172858B6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000" y="450000"/>
            <a:ext cx="6400000" cy="2282082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685800" y="3300000"/>
            <a:ext cx="10820400" cy="9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Calibri"/>
              </a:rPr>
              <a:t>DATA ANALYSIS PYTHON PROJECT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85800" y="4300000"/>
            <a:ext cx="10820400" cy="7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3200" b="1" dirty="0">
                <a:solidFill>
                  <a:srgbClr val="2DD4C0"/>
                </a:solidFill>
                <a:latin typeface="Calibri"/>
              </a:rPr>
              <a:t>FINANCE DOMAIN</a:t>
            </a:r>
          </a:p>
        </p:txBody>
      </p:sp>
      <p:sp>
        <p:nvSpPr>
          <p:cNvPr id="12" name="Tagline"/>
          <p:cNvSpPr txBox="1"/>
          <p:nvPr/>
        </p:nvSpPr>
        <p:spPr>
          <a:xfrm>
            <a:off x="685800" y="5100000"/>
            <a:ext cx="10820400" cy="6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8FA8C8"/>
                </a:solidFill>
                <a:latin typeface="Calibri"/>
              </a:rPr>
              <a:t>END-TO-END PROJECT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Calibri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Calibri" panose="020F0A02020204030203" pitchFamily="34" charset="0"/>
              </a:rPr>
              <a:t>PROBLEM STATEMENT</a:t>
            </a:r>
          </a:p>
        </p:txBody>
      </p:sp>
      <p:pic>
        <p:nvPicPr>
          <p:cNvPr id="7" name="FinTrust Logo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rgbClr val="0B1F3A"/>
                </a:solidFill>
                <a:highlight>
                  <a:srgbClr val="2DD4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2400" b="1" u="sng" kern="100" dirty="0">
                <a:solidFill>
                  <a:srgbClr val="0B1F3A"/>
                </a:solidFill>
                <a:effectLst/>
                <a:highlight>
                  <a:srgbClr val="2DD4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457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2DD4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2DD4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2DD4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2DD4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2DD4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 which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2DD4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Calibri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Calibri" panose="020F0A02020204030203" pitchFamily="34" charset="0"/>
              </a:rPr>
              <a:t>PROBLEM STATEMENT</a:t>
            </a:r>
          </a:p>
        </p:txBody>
      </p:sp>
      <p:pic>
        <p:nvPicPr>
          <p:cNvPr id="7" name="FinTrust Logo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rgbClr val="0B1F3A"/>
                </a:solidFill>
                <a:effectLst/>
                <a:highlight>
                  <a:srgbClr val="2DD4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960338"/>
            <a:ext cx="4981575" cy="3235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6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b="1" kern="100" dirty="0">
                <a:solidFill>
                  <a:srgbClr val="7DD3F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2545113"/>
            <a:ext cx="5190126" cy="249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rgbClr val="7DD3F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Calibri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Calibri" panose="020F0A02020204030203" pitchFamily="34" charset="0"/>
              </a:rPr>
              <a:t>PROBLEM STATEMENT</a:t>
            </a:r>
          </a:p>
        </p:txBody>
      </p:sp>
      <p:pic>
        <p:nvPicPr>
          <p:cNvPr id="7" name="FinTrust Logo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rgbClr val="0B1F3A"/>
                </a:solidFill>
                <a:effectLst/>
                <a:highlight>
                  <a:srgbClr val="2DD4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(Line/ Area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(Bar Chart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(Tree/ Heat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2DD4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FinTrust">
  <a:themeElements>
    <a:clrScheme name="FinTrust">
      <a:dk1>
        <a:srgbClr val="0B1F3A"/>
      </a:dk1>
      <a:lt1>
        <a:srgbClr val="FFFFFF"/>
      </a:lt1>
      <a:dk2>
        <a:srgbClr val="13294B"/>
      </a:dk2>
      <a:lt2>
        <a:srgbClr val="E6EDF5"/>
      </a:lt2>
      <a:accent1>
        <a:srgbClr val="1F5FA8"/>
      </a:accent1>
      <a:accent2>
        <a:srgbClr val="2DD4C0"/>
      </a:accent2>
      <a:accent3>
        <a:srgbClr val="8FA8C8"/>
      </a:accent3>
      <a:accent4>
        <a:srgbClr val="7DD3FC"/>
      </a:accent4>
      <a:accent5>
        <a:srgbClr val="3B82F6"/>
      </a:accent5>
      <a:accent6>
        <a:srgbClr val="34D399"/>
      </a:accent6>
      <a:hlink>
        <a:srgbClr val="5EEAD4"/>
      </a:hlink>
      <a:folHlink>
        <a:srgbClr val="8FA8C8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393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Swapnajeet A</cp:lastModifiedBy>
  <cp:revision>15</cp:revision>
  <dcterms:created xsi:type="dcterms:W3CDTF">2023-10-07T01:44:58Z</dcterms:created>
  <dcterms:modified xsi:type="dcterms:W3CDTF">2025-08-10T10:00:46Z</dcterms:modified>
</cp:coreProperties>
</file>