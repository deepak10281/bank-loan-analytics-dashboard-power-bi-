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-782" y="-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xmlns="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2DD4C0"/>
                </a:solidFill>
                <a:latin typeface="Calibri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A02020204030203" pitchFamily="34" charset="0"/>
              </a:rPr>
              <a:t>DATA ANALYST </a:t>
            </a:r>
            <a:r>
              <a:rPr lang="en-IN" sz="3600" b="1" dirty="0">
                <a:solidFill>
                  <a:schemeClr val="bg1"/>
                </a:solidFill>
                <a:latin typeface="Calibri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2DD4C0"/>
                </a:solidFill>
                <a:latin typeface="Calibri" panose="020F0A02020204030203" pitchFamily="34" charset="0"/>
              </a:rPr>
              <a:t>BANK LOAN ANALYSIS</a:t>
            </a:r>
          </a:p>
        </p:txBody>
      </p:sp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xmlns="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xmlns="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xmlns="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xmlns="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xmlns="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xmlns="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2DD4C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2DD4C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2DD4C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12" name="FinTrust Logo">
            <a:extLst>
              <a:ext uri="{FF2B5EF4-FFF2-40B4-BE49-F238E27FC236}">
                <a16:creationId xmlns:a16="http://schemas.microsoft.com/office/drawing/2014/main" xmlns="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Calibri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7DD3FC"/>
                </a:solidFill>
                <a:latin typeface="Calibri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7DD3FC"/>
                </a:solidFill>
                <a:latin typeface="Calibri" panose="020F0A02020204030203" pitchFamily="34" charset="0"/>
              </a:rPr>
              <a:t>DATA ANALYST </a:t>
            </a:r>
            <a:r>
              <a:rPr lang="en-IN" sz="3600" b="1" dirty="0">
                <a:solidFill>
                  <a:schemeClr val="bg1"/>
                </a:solidFill>
                <a:latin typeface="Calibri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2DD4C0"/>
                </a:solidFill>
                <a:latin typeface="Calibri" panose="020F0A02020204030203" pitchFamily="34" charset="0"/>
              </a:rPr>
              <a:t>BANK LOAN ANALYSIS</a:t>
            </a:r>
          </a:p>
        </p:txBody>
      </p:sp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FinTrust Logo">
            <a:extLst>
              <a:ext uri="{FF2B5EF4-FFF2-40B4-BE49-F238E27FC236}">
                <a16:creationId xmlns:a16="http://schemas.microsoft.com/office/drawing/2014/main" xmlns="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xmlns="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xmlns="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xmlns="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b="1" dirty="0">
                  <a:solidFill>
                    <a:srgbClr val="2DD4C0"/>
                  </a:solidFill>
                  <a:latin typeface="Calibri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2DD4C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  <p:pic>
        <p:nvPicPr>
          <p:cNvPr id="9" name="FinTrust Logo">
            <a:extLst>
              <a:ext uri="{FF2B5EF4-FFF2-40B4-BE49-F238E27FC236}">
                <a16:creationId xmlns:a16="http://schemas.microsoft.com/office/drawing/2014/main" xmlns="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2DD4C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p:pic>
        <p:nvPicPr>
          <p:cNvPr id="4" name="FinTrust Logo">
            <a:extLst>
              <a:ext uri="{FF2B5EF4-FFF2-40B4-BE49-F238E27FC236}">
                <a16:creationId xmlns:a16="http://schemas.microsoft.com/office/drawing/2014/main" xmlns="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2DD4C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2DD4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7DD3F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7DD3F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2DD4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PROBLEM STATEMENT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rgbClr val="0B1F3A"/>
                </a:solidFill>
                <a:effectLst/>
                <a:highlight>
                  <a:srgbClr val="2DD4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Functions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2DD4C0"/>
                </a:solidFill>
                <a:latin typeface="Calibri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Calibri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Calibri" panose="020F0A02020204030203" pitchFamily="34" charset="0"/>
              </a:rPr>
              <a:t>SOFTWARE USED</a:t>
            </a:r>
          </a:p>
        </p:txBody>
      </p:sp>
      <p:pic>
        <p:nvPicPr>
          <p:cNvPr id="7" name="FinTrust Logo">
            <a:extLst>
              <a:ext uri="{FF2B5EF4-FFF2-40B4-BE49-F238E27FC236}">
                <a16:creationId xmlns:a16="http://schemas.microsoft.com/office/drawing/2014/main" xmlns="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00" y="140000"/>
            <a:ext cx="2300000" cy="8201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5EEAD4"/>
                </a:solidFill>
                <a:latin typeface="Calibri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B0502020202020204" pitchFamily="34" charset="0"/>
            </a:endParaRPr>
          </a:p>
          <a:p>
            <a:r>
              <a:rPr lang="en-IN" sz="2500" b="1" dirty="0">
                <a:solidFill>
                  <a:srgbClr val="5EEAD4"/>
                </a:solidFill>
                <a:latin typeface="Calibri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5EEAD4"/>
                </a:solidFill>
                <a:latin typeface="Calibri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B0502020202020204" pitchFamily="34" charset="0"/>
            </a:endParaRPr>
          </a:p>
          <a:p>
            <a:r>
              <a:rPr lang="en-IN" sz="2500" b="1" dirty="0">
                <a:solidFill>
                  <a:srgbClr val="2DD4C0"/>
                </a:solidFill>
                <a:latin typeface="Calibri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FinTrust">
  <a:themeElements>
    <a:clrScheme name="FinTrust">
      <a:dk1>
        <a:srgbClr val="0B1F3A"/>
      </a:dk1>
      <a:lt1>
        <a:srgbClr val="FFFFFF"/>
      </a:lt1>
      <a:dk2>
        <a:srgbClr val="13294B"/>
      </a:dk2>
      <a:lt2>
        <a:srgbClr val="E6EDF5"/>
      </a:lt2>
      <a:accent1>
        <a:srgbClr val="1F5FA8"/>
      </a:accent1>
      <a:accent2>
        <a:srgbClr val="2DD4C0"/>
      </a:accent2>
      <a:accent3>
        <a:srgbClr val="8FA8C8"/>
      </a:accent3>
      <a:accent4>
        <a:srgbClr val="7DD3FC"/>
      </a:accent4>
      <a:accent5>
        <a:srgbClr val="3B82F6"/>
      </a:accent5>
      <a:accent6>
        <a:srgbClr val="34D399"/>
      </a:accent6>
      <a:hlink>
        <a:srgbClr val="5EEAD4"/>
      </a:hlink>
      <a:folHlink>
        <a:srgbClr val="8FA8C8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818</Words>
  <Application>Microsoft Office PowerPoint</Application>
  <PresentationFormat>Custom</PresentationFormat>
  <Paragraphs>115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FinTrust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Deepak</cp:lastModifiedBy>
  <cp:revision>13</cp:revision>
  <dcterms:created xsi:type="dcterms:W3CDTF">2023-10-07T01:44:58Z</dcterms:created>
  <dcterms:modified xsi:type="dcterms:W3CDTF">2026-10-16T05:13:07Z</dcterms:modified>
</cp:coreProperties>
</file>