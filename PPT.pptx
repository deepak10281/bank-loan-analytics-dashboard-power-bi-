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60" r:id="rId4"/>
    <p:sldId id="261" r:id="rId5"/>
    <p:sldId id="267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A35"/>
    <a:srgbClr val="11151C"/>
    <a:srgbClr val="0B0D12"/>
    <a:srgbClr val="F4A524"/>
    <a:srgbClr val="111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25C5-488C-A82E-8D2E-59767B8E0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3DC90-D4F9-C07A-7B38-EE822D34E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999F3-B324-C982-EEC5-CF4AC873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4FAB-7C40-AA0E-6C21-CEAB2909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A6270-1AD6-E2E9-278F-B4F05D57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B734-4D5B-AACE-C068-8CFC3FD6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8CFEB-2D4A-7D42-AECF-CE400755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57ED-EF52-7A72-A8B5-A9B36716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2D944-3B4C-9A0E-CD54-C007A2107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E7773-1763-F7F3-B089-7C64C7C8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87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81FE-8CC0-D79B-7E5B-E6578487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7D401-D33A-177B-35CE-B7F2B1C9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74134-EA53-42D3-7200-E71BAA12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C1AC-B2BC-EF0D-455C-3ED96D2F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B680E-5D57-A351-6878-BBF1969D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6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18CB-4D74-F526-CCAC-A74CD5CB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6FC9D-4B57-765A-4731-5C7FBDBC6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7923C-A957-AF66-01B4-973EB1A65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A2772-C7D5-70D9-FA84-DAE41E61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8CA3E-178A-5754-1801-2BE68CD0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EF2E4-0C87-73E8-A57E-B85AF423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1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8F09-9A2E-C156-BC23-92267CCB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D28C6-3C2B-B30A-57B8-F5502E267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4EED8-241A-D8A5-D641-BAC425361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178B0-CDBA-3245-EB8B-7C596A656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79950-0F2C-F9EB-2359-56DABDA80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D5E9B-285A-71B8-E0C9-A063F05A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C11B7-44C6-BA22-7C45-97DF2B87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51EC0-5E4F-271A-99B3-71A1A76C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96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32BB-7610-1FC4-3C43-6FB42088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6CDDD-9055-CA7E-31F5-43E454CF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E933D-E8A3-95CE-6DE2-783469F6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D6954-C41F-91B2-0DC8-8B22E414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0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7FA4F-ED68-380B-4D13-ACA001CA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869B7-5D60-817F-F618-151006E1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E980C-6347-C229-31A9-F8CB3246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37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23C6-3C71-7A6D-F812-6B651B0F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85C4-0097-A25A-D8A3-7006E2BEE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95DB3-32D1-B718-13AF-DCBAA9913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5E9D7-1D41-8563-573A-DA0641D2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AC49F-0BA0-D5B0-66EA-5FDD266F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E9C10-3408-5DD7-61C6-20CF8945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182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9D54-27CD-5538-8D5B-7F7B5CB75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45A50-4384-CF16-15B3-0CA03ACCA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F60AE-2868-F8CE-17B3-5971B0C77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3A3F9-4634-C523-6E1C-96C0E162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D3A66-B27B-462D-FE4F-D8E1D6C1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9E11A-2264-D86F-4C10-D45F1B00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81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6291-E859-0699-E919-D42967B0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BBC4-563E-C0BB-7F74-C65968972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FEA9F-BCD4-86C6-5B6F-08DE7EB4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CB940-9158-5B21-857B-DF4BFA6E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CB095-3199-8795-8062-365E6AA5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0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2026E-9E25-5A56-B45A-9F033D373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1B6CA-29D7-92C4-781A-3A1376AD2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A0D26-5453-9EE2-902A-859D8273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A90E1-F65C-BFF5-FFE2-AF218A7C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EFE80-5244-7D21-7640-E599A4F2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009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DBFC6-CC57-C505-250A-1ACDC816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96AA5-F0BF-6DA0-26A4-830F35129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64B5-CF74-00D4-DA6F-CECDE8118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AFCFD-6521-42B7-AF04-C40930A1A998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ABF99-340B-80E2-8AF3-3D5BF2E20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5766A-6FBA-00F0-FE5D-B46EF9714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59CB6-51BE-4F1A-8DA5-E8C4C02CC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52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177C6-9CCA-FCD0-1A93-50306AD9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D0044-2E1C-7216-A1E4-0D200CAF9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6" y="0"/>
            <a:ext cx="11961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0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D51760-E4A5-8102-267F-D4E32F69C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6" y="0"/>
            <a:ext cx="11961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4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9C7D46-B90B-0B40-77A1-B9065567939E}"/>
              </a:ext>
            </a:extLst>
          </p:cNvPr>
          <p:cNvSpPr/>
          <p:nvPr/>
        </p:nvSpPr>
        <p:spPr>
          <a:xfrm>
            <a:off x="77638" y="94891"/>
            <a:ext cx="1397480" cy="6685470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36E580-85DF-1FE7-B52E-AB7C4674523A}"/>
              </a:ext>
            </a:extLst>
          </p:cNvPr>
          <p:cNvSpPr/>
          <p:nvPr/>
        </p:nvSpPr>
        <p:spPr>
          <a:xfrm>
            <a:off x="1552756" y="77641"/>
            <a:ext cx="7625750" cy="508956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1B0362-8741-21F6-F229-D49B32963C9D}"/>
              </a:ext>
            </a:extLst>
          </p:cNvPr>
          <p:cNvSpPr/>
          <p:nvPr/>
        </p:nvSpPr>
        <p:spPr>
          <a:xfrm>
            <a:off x="9256144" y="77639"/>
            <a:ext cx="2858218" cy="508956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C4B7AF-3327-98E1-BF0C-96015D028BE6}"/>
              </a:ext>
            </a:extLst>
          </p:cNvPr>
          <p:cNvSpPr/>
          <p:nvPr/>
        </p:nvSpPr>
        <p:spPr>
          <a:xfrm>
            <a:off x="1552756" y="655612"/>
            <a:ext cx="10561606" cy="414064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026E87-E0C5-FD12-C9E3-91051F7AED09}"/>
              </a:ext>
            </a:extLst>
          </p:cNvPr>
          <p:cNvSpPr/>
          <p:nvPr/>
        </p:nvSpPr>
        <p:spPr>
          <a:xfrm>
            <a:off x="1552756" y="1138691"/>
            <a:ext cx="10561606" cy="1086925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D09AD5-00FD-2263-FCDC-E83AFC5A2AB3}"/>
              </a:ext>
            </a:extLst>
          </p:cNvPr>
          <p:cNvSpPr/>
          <p:nvPr/>
        </p:nvSpPr>
        <p:spPr>
          <a:xfrm>
            <a:off x="1552757" y="2294633"/>
            <a:ext cx="4981394" cy="2320500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ACDBEF-2867-02B9-84E7-D1B8850B14C7}"/>
              </a:ext>
            </a:extLst>
          </p:cNvPr>
          <p:cNvSpPr/>
          <p:nvPr/>
        </p:nvSpPr>
        <p:spPr>
          <a:xfrm>
            <a:off x="6611791" y="2294633"/>
            <a:ext cx="5502572" cy="2320500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FD203F-491A-251C-361E-9EA91174330C}"/>
              </a:ext>
            </a:extLst>
          </p:cNvPr>
          <p:cNvSpPr/>
          <p:nvPr/>
        </p:nvSpPr>
        <p:spPr>
          <a:xfrm>
            <a:off x="1542880" y="4684149"/>
            <a:ext cx="10561606" cy="2096211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9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97BAA-5459-978D-3879-79B14A1E3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E3DB88-984B-C58E-D66D-DA8FC262BAF0}"/>
              </a:ext>
            </a:extLst>
          </p:cNvPr>
          <p:cNvSpPr/>
          <p:nvPr/>
        </p:nvSpPr>
        <p:spPr>
          <a:xfrm>
            <a:off x="77638" y="94891"/>
            <a:ext cx="1397480" cy="6685470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4C9CFA-A9FD-6F18-538B-615015A43088}"/>
              </a:ext>
            </a:extLst>
          </p:cNvPr>
          <p:cNvSpPr/>
          <p:nvPr/>
        </p:nvSpPr>
        <p:spPr>
          <a:xfrm>
            <a:off x="1552756" y="2294633"/>
            <a:ext cx="6323161" cy="2320500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5F2431-98E8-40F7-1473-68D64AF915C8}"/>
              </a:ext>
            </a:extLst>
          </p:cNvPr>
          <p:cNvSpPr/>
          <p:nvPr/>
        </p:nvSpPr>
        <p:spPr>
          <a:xfrm>
            <a:off x="7953555" y="2294633"/>
            <a:ext cx="4160807" cy="2320500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07ED46-76EC-4271-C6CE-D60F88D68D1F}"/>
              </a:ext>
            </a:extLst>
          </p:cNvPr>
          <p:cNvSpPr/>
          <p:nvPr/>
        </p:nvSpPr>
        <p:spPr>
          <a:xfrm>
            <a:off x="1542880" y="4684149"/>
            <a:ext cx="3011868" cy="2096211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AD38CE-8703-142F-14C6-B109F4CE138F}"/>
              </a:ext>
            </a:extLst>
          </p:cNvPr>
          <p:cNvSpPr/>
          <p:nvPr/>
        </p:nvSpPr>
        <p:spPr>
          <a:xfrm>
            <a:off x="4625385" y="4684149"/>
            <a:ext cx="3250531" cy="2096211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B20F0B-B6FC-C3BF-1096-B3942AC68F6A}"/>
              </a:ext>
            </a:extLst>
          </p:cNvPr>
          <p:cNvSpPr/>
          <p:nvPr/>
        </p:nvSpPr>
        <p:spPr>
          <a:xfrm>
            <a:off x="7953555" y="4684149"/>
            <a:ext cx="4160807" cy="2096211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F76E2E-6B22-1AD2-7C8E-9A61E8B25BC6}"/>
              </a:ext>
            </a:extLst>
          </p:cNvPr>
          <p:cNvSpPr/>
          <p:nvPr/>
        </p:nvSpPr>
        <p:spPr>
          <a:xfrm>
            <a:off x="1552756" y="77641"/>
            <a:ext cx="7625750" cy="508956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45F609-33BF-BB60-A953-C60C31AFD1B6}"/>
              </a:ext>
            </a:extLst>
          </p:cNvPr>
          <p:cNvSpPr/>
          <p:nvPr/>
        </p:nvSpPr>
        <p:spPr>
          <a:xfrm>
            <a:off x="9256144" y="77639"/>
            <a:ext cx="2858218" cy="508956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AFF25E-C78E-FD62-3BA5-BBD0800CA544}"/>
              </a:ext>
            </a:extLst>
          </p:cNvPr>
          <p:cNvSpPr/>
          <p:nvPr/>
        </p:nvSpPr>
        <p:spPr>
          <a:xfrm>
            <a:off x="1552756" y="655612"/>
            <a:ext cx="10561606" cy="414064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3ED0AF-D504-F17D-35F9-C3A36DFCB782}"/>
              </a:ext>
            </a:extLst>
          </p:cNvPr>
          <p:cNvSpPr/>
          <p:nvPr/>
        </p:nvSpPr>
        <p:spPr>
          <a:xfrm>
            <a:off x="1552756" y="1138691"/>
            <a:ext cx="10561606" cy="1086925"/>
          </a:xfrm>
          <a:prstGeom prst="roundRect">
            <a:avLst>
              <a:gd name="adj" fmla="val 2122"/>
            </a:avLst>
          </a:prstGeom>
          <a:solidFill>
            <a:srgbClr val="11151C"/>
          </a:solidFill>
          <a:ln w="3175"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38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D60739-6332-9D39-7A42-B6E8E25D0B0D}"/>
              </a:ext>
            </a:extLst>
          </p:cNvPr>
          <p:cNvSpPr/>
          <p:nvPr/>
        </p:nvSpPr>
        <p:spPr>
          <a:xfrm>
            <a:off x="77640" y="86264"/>
            <a:ext cx="1587260" cy="6694097"/>
          </a:xfrm>
          <a:prstGeom prst="roundRect">
            <a:avLst>
              <a:gd name="adj" fmla="val 6884"/>
            </a:avLst>
          </a:prstGeom>
          <a:solidFill>
            <a:srgbClr val="11151C"/>
          </a:solidFill>
          <a:ln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742F20-E076-894F-8555-F73865414DC0}"/>
              </a:ext>
            </a:extLst>
          </p:cNvPr>
          <p:cNvSpPr/>
          <p:nvPr/>
        </p:nvSpPr>
        <p:spPr>
          <a:xfrm>
            <a:off x="1756913" y="81951"/>
            <a:ext cx="7024777" cy="711679"/>
          </a:xfrm>
          <a:prstGeom prst="roundRect">
            <a:avLst>
              <a:gd name="adj" fmla="val 6884"/>
            </a:avLst>
          </a:prstGeom>
          <a:solidFill>
            <a:srgbClr val="11151C"/>
          </a:solidFill>
          <a:ln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CF263-BAF0-9847-DA96-C2CAF3E39B01}"/>
              </a:ext>
            </a:extLst>
          </p:cNvPr>
          <p:cNvSpPr/>
          <p:nvPr/>
        </p:nvSpPr>
        <p:spPr>
          <a:xfrm>
            <a:off x="8873703" y="81951"/>
            <a:ext cx="3240657" cy="711679"/>
          </a:xfrm>
          <a:prstGeom prst="roundRect">
            <a:avLst>
              <a:gd name="adj" fmla="val 6884"/>
            </a:avLst>
          </a:prstGeom>
          <a:solidFill>
            <a:srgbClr val="11151C"/>
          </a:solidFill>
          <a:ln>
            <a:solidFill>
              <a:srgbClr val="23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48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8769E7-7B91-2FB8-8607-F49637194397}"/>
              </a:ext>
            </a:extLst>
          </p:cNvPr>
          <p:cNvSpPr txBox="1"/>
          <p:nvPr/>
        </p:nvSpPr>
        <p:spPr>
          <a:xfrm>
            <a:off x="1057275" y="94726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Canvas Background   -  #0B0D12</a:t>
            </a:r>
          </a:p>
          <a:p>
            <a:endParaRPr lang="en-IN" dirty="0"/>
          </a:p>
          <a:p>
            <a:r>
              <a:rPr lang="en-IN" dirty="0"/>
              <a:t>Visual BG    - #11151C</a:t>
            </a:r>
          </a:p>
          <a:p>
            <a:endParaRPr lang="en-IN" dirty="0"/>
          </a:p>
          <a:p>
            <a:r>
              <a:rPr lang="en-IN" dirty="0"/>
              <a:t>Borders      - #232A35</a:t>
            </a:r>
          </a:p>
          <a:p>
            <a:endParaRPr lang="en-IN" dirty="0"/>
          </a:p>
          <a:p>
            <a:r>
              <a:rPr lang="en-IN" dirty="0"/>
              <a:t>Gold   -  #F5A524</a:t>
            </a:r>
          </a:p>
          <a:p>
            <a:endParaRPr lang="en-IN" dirty="0"/>
          </a:p>
          <a:p>
            <a:r>
              <a:rPr lang="en-IN" dirty="0"/>
              <a:t>Grey   -  first second</a:t>
            </a:r>
          </a:p>
          <a:p>
            <a:endParaRPr lang="en-IN" dirty="0"/>
          </a:p>
          <a:p>
            <a:r>
              <a:rPr lang="en-IN" dirty="0"/>
              <a:t>Title  --  white</a:t>
            </a:r>
          </a:p>
          <a:p>
            <a:endParaRPr lang="en-IN" dirty="0"/>
          </a:p>
          <a:p>
            <a:r>
              <a:rPr lang="en-IN" dirty="0" err="1"/>
              <a:t>Kpi</a:t>
            </a:r>
            <a:r>
              <a:rPr lang="en-IN" dirty="0"/>
              <a:t> value  --  last second column first one  --  #F0E199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56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36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SHAKTHI SHARMA</dc:creator>
  <cp:lastModifiedBy>SHAKTHI SHARMA</cp:lastModifiedBy>
  <cp:revision>8</cp:revision>
  <dcterms:created xsi:type="dcterms:W3CDTF">2026-05-14T11:15:01Z</dcterms:created>
  <dcterms:modified xsi:type="dcterms:W3CDTF">2026-05-17T09:23:01Z</dcterms:modified>
</cp:coreProperties>
</file>